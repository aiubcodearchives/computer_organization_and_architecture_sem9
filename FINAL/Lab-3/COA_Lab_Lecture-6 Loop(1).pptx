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68" r:id="rId4"/>
    <p:sldId id="369" r:id="rId5"/>
    <p:sldId id="363" r:id="rId6"/>
    <p:sldId id="364" r:id="rId7"/>
    <p:sldId id="365" r:id="rId8"/>
    <p:sldId id="366" r:id="rId9"/>
    <p:sldId id="3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a Justin Gomes" userId="80a30147-8bc2-457a-9f88-f3a4049296b4" providerId="ADAL" clId="{C72F87A5-7DA5-4E5E-B5BA-3373A85021AA}"/>
    <pc:docChg chg="modSld">
      <pc:chgData name="Dipta Justin Gomes" userId="80a30147-8bc2-457a-9f88-f3a4049296b4" providerId="ADAL" clId="{C72F87A5-7DA5-4E5E-B5BA-3373A85021AA}" dt="2025-12-17T04:38:23.493" v="0" actId="20577"/>
      <pc:docMkLst>
        <pc:docMk/>
      </pc:docMkLst>
      <pc:sldChg chg="modSp mod">
        <pc:chgData name="Dipta Justin Gomes" userId="80a30147-8bc2-457a-9f88-f3a4049296b4" providerId="ADAL" clId="{C72F87A5-7DA5-4E5E-B5BA-3373A85021AA}" dt="2025-12-17T04:38:23.493" v="0" actId="20577"/>
        <pc:sldMkLst>
          <pc:docMk/>
          <pc:sldMk cId="700707328" sldId="256"/>
        </pc:sldMkLst>
        <pc:graphicFrameChg chg="modGraphic">
          <ac:chgData name="Dipta Justin Gomes" userId="80a30147-8bc2-457a-9f88-f3a4049296b4" providerId="ADAL" clId="{C72F87A5-7DA5-4E5E-B5BA-3373A85021AA}" dt="2025-12-17T04:38:23.493" v="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Looping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0048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 fontScale="77500" lnSpcReduction="20000"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A loop Is a sequence of instructions that is repeated.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number of times to repeat may be known in advance, or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It may depend on conditions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      FOR LOOP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WHILE LOOP 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REPEAT LOOP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5419581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The control is transferred to </a:t>
            </a:r>
            <a:r>
              <a:rPr lang="en-US" sz="2200" b="1" dirty="0" err="1">
                <a:solidFill>
                  <a:schemeClr val="tx1"/>
                </a:solidFill>
              </a:rPr>
              <a:t>destination_label</a:t>
            </a:r>
            <a:r>
              <a:rPr lang="en-US" sz="2200" b="1" dirty="0">
                <a:solidFill>
                  <a:schemeClr val="tx1"/>
                </a:solidFill>
              </a:rPr>
              <a:t> until CX becomes 0.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A FOR LOOP can be implemented using the LOOP instruction: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TOP: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;initialize CX to </a:t>
            </a:r>
            <a:r>
              <a:rPr lang="en-US" sz="2200" b="1" dirty="0" err="1">
                <a:solidFill>
                  <a:schemeClr val="tx1"/>
                </a:solidFill>
              </a:rPr>
              <a:t>loop_count</a:t>
            </a:r>
            <a:endParaRPr lang="en-US" sz="22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	;body of the loop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LOOP TOP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4" name="Shape 248">
            <a:extLst>
              <a:ext uri="{FF2B5EF4-FFF2-40B4-BE49-F238E27FC236}">
                <a16:creationId xmlns:a16="http://schemas.microsoft.com/office/drawing/2014/main" id="{C80ECAEE-BB41-4835-AE82-4E98EDB1DE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81138" y="2363927"/>
            <a:ext cx="2276165" cy="3775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66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LOOP-Example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8062B7-756D-4AC1-8A0D-BBA43B10C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Shape 254">
            <a:extLst>
              <a:ext uri="{FF2B5EF4-FFF2-40B4-BE49-F238E27FC236}">
                <a16:creationId xmlns:a16="http://schemas.microsoft.com/office/drawing/2014/main" id="{387511FF-E3D3-444A-945F-F5CE94822090}"/>
              </a:ext>
            </a:extLst>
          </p:cNvPr>
          <p:cNvSpPr txBox="1">
            <a:spLocks/>
          </p:cNvSpPr>
          <p:nvPr/>
        </p:nvSpPr>
        <p:spPr>
          <a:xfrm>
            <a:off x="569167" y="2406988"/>
            <a:ext cx="4432041" cy="336866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sp>
        <p:nvSpPr>
          <p:cNvPr id="8" name="Shape 255">
            <a:extLst>
              <a:ext uri="{FF2B5EF4-FFF2-40B4-BE49-F238E27FC236}">
                <a16:creationId xmlns:a16="http://schemas.microsoft.com/office/drawing/2014/main" id="{B1FC64B8-E8C4-417E-8573-C6BFB707B049}"/>
              </a:ext>
            </a:extLst>
          </p:cNvPr>
          <p:cNvSpPr/>
          <p:nvPr/>
        </p:nvSpPr>
        <p:spPr>
          <a:xfrm>
            <a:off x="6108881" y="2500294"/>
            <a:ext cx="2410315" cy="4096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4" indent="91440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CX,0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AH,2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DL, '*'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LOOP TOP</a:t>
            </a:r>
          </a:p>
        </p:txBody>
      </p:sp>
      <p:cxnSp>
        <p:nvCxnSpPr>
          <p:cNvPr id="9" name="Shape 256">
            <a:extLst>
              <a:ext uri="{FF2B5EF4-FFF2-40B4-BE49-F238E27FC236}">
                <a16:creationId xmlns:a16="http://schemas.microsoft.com/office/drawing/2014/main" id="{AC3A790C-2CA6-4DC6-84B0-039FA6AD7F0F}"/>
              </a:ext>
            </a:extLst>
          </p:cNvPr>
          <p:cNvCxnSpPr>
            <a:cxnSpLocks/>
          </p:cNvCxnSpPr>
          <p:nvPr/>
        </p:nvCxnSpPr>
        <p:spPr>
          <a:xfrm flipH="1" flipV="1">
            <a:off x="5149324" y="2957804"/>
            <a:ext cx="1" cy="3034912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910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to print all the ASCII code from 0 to 255. </a:t>
            </a:r>
          </a:p>
          <a:p>
            <a:r>
              <a:rPr lang="en-US" sz="2200" b="1" dirty="0"/>
              <a:t>Sample Output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08BCC-76C6-453D-B069-AB967AC7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4" y="4128900"/>
            <a:ext cx="77247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of the first 50 terms of the arithmetic sequence</a:t>
            </a:r>
          </a:p>
          <a:p>
            <a:r>
              <a:rPr lang="en-US" sz="2200" dirty="0"/>
              <a:t>I, 5, 9, 13, ... in DX.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98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100 + 95 + 90 + ... + 5 in AX</a:t>
            </a:r>
            <a:r>
              <a:rPr lang="en-US" dirty="0"/>
              <a:t>. </a:t>
            </a:r>
            <a:r>
              <a:rPr lang="en-US" sz="2200" dirty="0"/>
              <a:t>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endParaRPr lang="en-US" sz="2200" dirty="0"/>
          </a:p>
          <a:p>
            <a:pPr lvl="2"/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15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a character and display it </a:t>
            </a:r>
            <a:r>
              <a:rPr lang="en-US" sz="2200" b="1" dirty="0"/>
              <a:t>50</a:t>
            </a:r>
            <a:r>
              <a:rPr lang="en-US" sz="2200" dirty="0"/>
              <a:t> times on the next line. </a:t>
            </a:r>
            <a:r>
              <a:rPr lang="en-US" sz="2200" b="1" dirty="0"/>
              <a:t>Hints</a:t>
            </a:r>
            <a:r>
              <a:rPr lang="en-US" sz="2200" dirty="0"/>
              <a:t>: use </a:t>
            </a:r>
            <a:r>
              <a:rPr lang="en-US" sz="2200" b="1" dirty="0"/>
              <a:t>LOOP</a:t>
            </a:r>
            <a:r>
              <a:rPr lang="en-US" sz="2200" dirty="0"/>
              <a:t> instructions and put </a:t>
            </a:r>
            <a:r>
              <a:rPr lang="en-US" sz="2200" b="1" dirty="0"/>
              <a:t>cx = 50</a:t>
            </a:r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character: </a:t>
            </a:r>
            <a:r>
              <a:rPr lang="en-US" sz="2200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sz="2200" dirty="0" err="1">
                <a:solidFill>
                  <a:srgbClr val="FF0000"/>
                </a:solidFill>
              </a:rPr>
              <a:t>dddddddddddddddddddddddddddddddddddddddddddddddddd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70410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display a "?", read two capital letters, and display them on the next line In alphabetical order. Hints: use </a:t>
            </a:r>
            <a:r>
              <a:rPr lang="en-US" sz="2200" b="1" dirty="0" err="1"/>
              <a:t>cmp</a:t>
            </a:r>
            <a:r>
              <a:rPr lang="en-US" sz="2200" dirty="0"/>
              <a:t>, </a:t>
            </a:r>
            <a:r>
              <a:rPr lang="en-US" sz="2200" b="1" dirty="0" err="1"/>
              <a:t>jg</a:t>
            </a:r>
            <a:r>
              <a:rPr lang="en-US" sz="2200" dirty="0"/>
              <a:t>, </a:t>
            </a:r>
            <a:r>
              <a:rPr lang="en-US" sz="2200" b="1" dirty="0" err="1"/>
              <a:t>xchg</a:t>
            </a:r>
            <a:endParaRPr lang="en-US" sz="2200" b="1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character: </a:t>
            </a:r>
            <a:r>
              <a:rPr lang="en-US" sz="2200" dirty="0">
                <a:solidFill>
                  <a:srgbClr val="FF0000"/>
                </a:solidFill>
              </a:rPr>
              <a:t>CB</a:t>
            </a:r>
            <a:r>
              <a:rPr lang="en-US" sz="2200" dirty="0"/>
              <a:t> 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BC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305528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3628</TotalTime>
  <Words>361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Corbel</vt:lpstr>
      <vt:lpstr>Helvetica Neue</vt:lpstr>
      <vt:lpstr>Wingdings</vt:lpstr>
      <vt:lpstr>Spectrum</vt:lpstr>
      <vt:lpstr>Looping Structure</vt:lpstr>
      <vt:lpstr>Lab Outline</vt:lpstr>
      <vt:lpstr>FOR LOOP</vt:lpstr>
      <vt:lpstr>FOR LOOP-Example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Dipta Justin Gomes</cp:lastModifiedBy>
  <cp:revision>18</cp:revision>
  <dcterms:created xsi:type="dcterms:W3CDTF">2018-12-10T17:20:29Z</dcterms:created>
  <dcterms:modified xsi:type="dcterms:W3CDTF">2025-12-17T04:38:24Z</dcterms:modified>
</cp:coreProperties>
</file>