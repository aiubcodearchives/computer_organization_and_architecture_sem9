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58" r:id="rId13"/>
    <p:sldId id="25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ta Justin Gomes" userId="80a30147-8bc2-457a-9f88-f3a4049296b4" providerId="ADAL" clId="{C72F87A5-7DA5-4E5E-B5BA-3373A85021AA}"/>
    <pc:docChg chg="modSld">
      <pc:chgData name="Dipta Justin Gomes" userId="80a30147-8bc2-457a-9f88-f3a4049296b4" providerId="ADAL" clId="{C72F87A5-7DA5-4E5E-B5BA-3373A85021AA}" dt="2025-12-24T04:42:24.829" v="0" actId="20577"/>
      <pc:docMkLst>
        <pc:docMk/>
      </pc:docMkLst>
      <pc:sldChg chg="modSp mod">
        <pc:chgData name="Dipta Justin Gomes" userId="80a30147-8bc2-457a-9f88-f3a4049296b4" providerId="ADAL" clId="{C72F87A5-7DA5-4E5E-B5BA-3373A85021AA}" dt="2025-12-24T04:42:24.829" v="0" actId="20577"/>
        <pc:sldMkLst>
          <pc:docMk/>
          <pc:sldMk cId="700707328" sldId="256"/>
        </pc:sldMkLst>
        <pc:graphicFrameChg chg="modGraphic">
          <ac:chgData name="Dipta Justin Gomes" userId="80a30147-8bc2-457a-9f88-f3a4049296b4" providerId="ADAL" clId="{C72F87A5-7DA5-4E5E-B5BA-3373A85021AA}" dt="2025-12-24T04:42:24.829" v="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69" y="1151930"/>
            <a:ext cx="7358063" cy="2321719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625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7608943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faculty.cs.niu.edu/~byrnes/csci360/notes/360shift.htm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0052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65054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Fall 22-23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>
            <a:spLocks noGrp="1"/>
          </p:cNvSpPr>
          <p:nvPr>
            <p:ph type="body" idx="1"/>
          </p:nvPr>
        </p:nvSpPr>
        <p:spPr>
          <a:xfrm>
            <a:off x="659308" y="2002863"/>
            <a:ext cx="8295680" cy="3189852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Instructions to </a:t>
            </a:r>
            <a:r>
              <a:rPr sz="2257" b="1" dirty="0">
                <a:solidFill>
                  <a:schemeClr val="tx1"/>
                </a:solidFill>
              </a:rPr>
              <a:t>change the bit pattern</a:t>
            </a:r>
            <a:r>
              <a:rPr sz="2257" dirty="0">
                <a:solidFill>
                  <a:schemeClr val="tx1"/>
                </a:solidFill>
              </a:rPr>
              <a:t> in a byte or word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ability to </a:t>
            </a:r>
            <a:r>
              <a:rPr sz="2257" b="1" dirty="0">
                <a:solidFill>
                  <a:schemeClr val="tx1"/>
                </a:solidFill>
              </a:rPr>
              <a:t>manipulate bits manually </a:t>
            </a:r>
            <a:r>
              <a:rPr sz="2257" dirty="0">
                <a:solidFill>
                  <a:schemeClr val="tx1"/>
                </a:solidFill>
              </a:rPr>
              <a:t>which is unlikely</a:t>
            </a:r>
            <a:r>
              <a:rPr lang="en-US"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</a:rPr>
              <a:t>in</a:t>
            </a:r>
            <a:r>
              <a:rPr lang="en-US"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</a:rPr>
              <a:t>high level languages (Except C)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Logic Instructions:</a:t>
            </a:r>
            <a:r>
              <a:rPr sz="2257" dirty="0">
                <a:solidFill>
                  <a:schemeClr val="tx1"/>
                </a:solidFill>
              </a:rPr>
              <a:t> AND, OR, XOR and NOT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Logic Instructions can be used to </a:t>
            </a:r>
            <a:r>
              <a:rPr sz="2257" b="1" dirty="0">
                <a:solidFill>
                  <a:schemeClr val="tx1"/>
                </a:solidFill>
              </a:rPr>
              <a:t>clear, set, and examine</a:t>
            </a:r>
            <a:r>
              <a:rPr sz="2257" dirty="0">
                <a:solidFill>
                  <a:schemeClr val="tx1"/>
                </a:solidFill>
              </a:rPr>
              <a:t> bits,</a:t>
            </a:r>
            <a:r>
              <a:rPr sz="2257" i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sz="2257" dirty="0">
                <a:solidFill>
                  <a:schemeClr val="tx1"/>
                </a:solidFill>
              </a:rPr>
              <a:t>a register or variable. i.e. these will be used for </a:t>
            </a:r>
            <a:endParaRPr lang="en-US" sz="2257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73398" y="5440855"/>
            <a:ext cx="7469684" cy="1107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1457" lvl="2" indent="-321457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Converting a lowercase letter to upper case</a:t>
            </a:r>
          </a:p>
          <a:p>
            <a:pPr marL="321457" lvl="3" indent="-321457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Determining If a register contains an even or odd number.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Overview : LOGIC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04794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LOGIC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3260" y="1834102"/>
            <a:ext cx="8708728" cy="3463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Instructions to change the bit pattern in a byte or word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ability to manipulate bits manually which is unlikely in high level languages (Except C)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 Instructions: AND, OR, XOR and NOT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 Instructions can be used to clear, set, and examine bits,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register or variable. i.e. these will be used for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Converting a lowercase letter to upper case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Determining If a register contains an even or odd number.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02717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LOGIC Instructions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765711"/>
            <a:ext cx="8722376" cy="3463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ability to manipulate individual bits is one the main advantages of assembly language.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Individual bits can be changed in computer by using logic operations.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binary values of 0 = False and 1= True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a logic operation is applied to 8- or 16-bit operands, the result is obtained by applying the logic operation at each bit position. 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89969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AND, OR, and XOR instructions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848946"/>
            <a:ext cx="8654137" cy="4312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AND, OR, and XOR instructions perform the named logic operations. The formats are: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source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source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XOR </a:t>
            </a:r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source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result of the operation is stored in the destination, which must be a register or memory location.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source may be a constant, register, or memory location.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However, memory-to-memory operations are not allowed.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789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Effect on Flags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242572"/>
            <a:ext cx="8831558" cy="3888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SF, ZF, PF reflect the result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 is undefined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CF, OF= 0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use of AND, OR, and XOR is to selectively modify the bits in the destination.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do this, we construct a source bit pattern known as mask.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mask bits are chosen so that the corresponding destination bits are modified in the desired manner when the instruction is executed.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28216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MASK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788416"/>
            <a:ext cx="8681433" cy="5025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choose the mask bits, we make use of the following properties of AND, OR, and XOR: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instruction can be used to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specific destination bits while preserving the others.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mask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bit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corresponding destination bit.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mask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preserves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corresponding destination bit.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instruction can be used to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specific destination bits while preserving the others.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mask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bit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corresponding destination bit.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mask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bit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preserves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corresponding destination bit. ·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instruction can be used to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complement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specific destination bits while preserving the others.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mask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bit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complements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corresponding destination bit;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mask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bit preserves the corresponding destination bit.</a:t>
            </a:r>
            <a:endParaRPr lang="en-US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0104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Not Instruction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033053"/>
            <a:ext cx="8613194" cy="2189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NOT instruction performs the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one's complement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operation on the destination. The format is: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destination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(**No effect on status flags)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Complement the bits in AX: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0200" marR="0" lvl="3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8288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AX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5605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TEST Instruction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034402"/>
            <a:ext cx="859954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Instruction performs an AND operation of the destination with the source but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does not change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destination contents.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purpose of the test instruction is to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 the status flags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 format is: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destination, Source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Effects of flags on test operation: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CF, OF =0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 = Undefined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SF, ZF, PF reflect the result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8090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Bit Examination on TEST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102641"/>
            <a:ext cx="8708728" cy="4312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instruction can be used to examine individual bits in operand.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mask should contain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1's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bit positions to be tested and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0’s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elsewhere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AND b = 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AND b = 0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operation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destination, mask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Will have 1's in the tested bit positions if and only if the destination has 1’s in these positions; and 0’s elsewhere.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the destination has 0’s in all the tested positions, the result will be 0 and thus ZF=1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4246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4630-0EF1-15EE-C201-83B27A4FA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Task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1F8F1-C664-E00F-AF47-0DD69ACDE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58" y="2235055"/>
            <a:ext cx="7076747" cy="39925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Take an input </a:t>
            </a:r>
            <a:r>
              <a:rPr lang="en-US" dirty="0">
                <a:ea typeface="+mn-lt"/>
                <a:cs typeface="+mn-lt"/>
              </a:rPr>
              <a:t>character</a:t>
            </a:r>
            <a:r>
              <a:rPr lang="en-US" dirty="0">
                <a:cs typeface="Calibri"/>
              </a:rPr>
              <a:t> from user. Check it for letter and convert upper to lower or lower to upper using logical instructions.</a:t>
            </a:r>
            <a:endParaRPr lang="en-US" dirty="0"/>
          </a:p>
          <a:p>
            <a:pPr>
              <a:buClr>
                <a:srgbClr val="A6A6A6"/>
              </a:buClr>
            </a:pPr>
            <a:r>
              <a:rPr lang="en-US" dirty="0">
                <a:ea typeface="+mn-lt"/>
                <a:cs typeface="+mn-lt"/>
              </a:rPr>
              <a:t>Take an input character from user. Check it for number and find whether it is odd or even using TEST instruction.</a:t>
            </a:r>
            <a:endParaRPr lang="en-US" dirty="0">
              <a:cs typeface="Calibri"/>
            </a:endParaRPr>
          </a:p>
          <a:p>
            <a:pPr>
              <a:buClr>
                <a:srgbClr val="A6A6A6"/>
              </a:buClr>
            </a:pPr>
            <a:endParaRPr lang="en-US" dirty="0">
              <a:cs typeface="Calibri"/>
            </a:endParaRPr>
          </a:p>
          <a:p>
            <a:pPr>
              <a:buClr>
                <a:srgbClr val="A6A6A6"/>
              </a:buClr>
            </a:pPr>
            <a:endParaRPr lang="en-US" dirty="0">
              <a:cs typeface="Calibri"/>
            </a:endParaRPr>
          </a:p>
          <a:p>
            <a:pPr>
              <a:buClr>
                <a:srgbClr val="A6A6A6"/>
              </a:buClr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4778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http://faculty.cs.niu.edu/~byrnes/csci360/notes/360shift.htm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782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36408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101</TotalTime>
  <Words>939</Words>
  <Application>Microsoft Office PowerPoint</Application>
  <PresentationFormat>On-screen Show (4:3)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Corbel</vt:lpstr>
      <vt:lpstr>Helvetica</vt:lpstr>
      <vt:lpstr>Times New Roman</vt:lpstr>
      <vt:lpstr>Wingdings</vt:lpstr>
      <vt:lpstr>Spectrum</vt:lpstr>
      <vt:lpstr>Lecture Title</vt:lpstr>
      <vt:lpstr>Overview : LOGIC</vt:lpstr>
      <vt:lpstr>LOGIC</vt:lpstr>
      <vt:lpstr>LOGIC Instructions</vt:lpstr>
      <vt:lpstr>AND, OR, and XOR instructions</vt:lpstr>
      <vt:lpstr>Effect on Flags</vt:lpstr>
      <vt:lpstr>MASK</vt:lpstr>
      <vt:lpstr>Not Instruction</vt:lpstr>
      <vt:lpstr>TEST Instruction</vt:lpstr>
      <vt:lpstr>Bit Examination on TEST</vt:lpstr>
      <vt:lpstr>LAB Task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Dipta Justin Gomes</cp:lastModifiedBy>
  <cp:revision>68</cp:revision>
  <dcterms:created xsi:type="dcterms:W3CDTF">2018-12-10T17:20:29Z</dcterms:created>
  <dcterms:modified xsi:type="dcterms:W3CDTF">2025-12-24T04:42:26Z</dcterms:modified>
</cp:coreProperties>
</file>